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Recommendation API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COMP3011 Web Services and Web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sc22cz  |  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SQLite  ·  4,404 Spotify Tracks  ·  JWT Auth  ·  16 Tests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4,404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tracks imported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201168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201168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005840"/>
            <a:ext cx="201168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132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560320"/>
            <a:ext cx="8595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RESTful API for music discovery and recommendation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Spotify audio features: danceability, energy, valence, tempo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content-based recommendations, analytics, and JWT authentication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(Python) + SQLite + SQLAlchemy ORM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6583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Swagger docs, Pydantic validation, minimal boilerplate vs Django REST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37360"/>
            <a:ext cx="54864" cy="6583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739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Zero-config, file-based DB; ORM prevents SQL injection, easy to migrate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859536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14600"/>
            <a:ext cx="54864" cy="6583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511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response serialisation with type safety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859536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91840"/>
            <a:ext cx="54864" cy="6583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284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 + Passlib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JWT tokens and bcrypt password hashing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859536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69080"/>
            <a:ext cx="54864" cy="6583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05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TestClient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automated tests covering CRUD, auth, and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640080"/>
          </a:xfrm>
          <a:prstGeom prst="rect">
            <a:avLst/>
          </a:prstGeom>
          <a:solidFill>
            <a:srgbClr val="2C5F7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325880"/>
            <a:ext cx="182880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005840"/>
            <a:ext cx="118872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005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325880"/>
            <a:ext cx="182880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05840"/>
            <a:ext cx="118872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182880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05840"/>
            <a:ext cx="118872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05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325880"/>
            <a:ext cx="182880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005840"/>
            <a:ext cx="118872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005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1325880"/>
            <a:ext cx="182880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005840"/>
            <a:ext cx="1188720" cy="6400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005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920240"/>
            <a:ext cx="8595360" cy="512064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19933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PUT · DELETE — Song 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32888"/>
            <a:ext cx="8595360" cy="512064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06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26060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PUT · DELETE — Artist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145536"/>
            <a:ext cx="8595360" cy="512064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186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/recommend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321868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/mood · /genre · /similar/{id} — Recommendations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758184"/>
            <a:ext cx="8595360" cy="512064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313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03120" y="383133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/genre-trends · /mood-distribution · /top-artists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370832"/>
            <a:ext cx="8595360" cy="512064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03120" y="444398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 · /login  |  GET /me — JWT auth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— Cosine Similarity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cosine_similarity(a, b)  =  (a · b) / (|a| × |b|)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2743200" cy="384048"/>
          </a:xfrm>
          <a:prstGeom prst="rect">
            <a:avLst/>
          </a:prstGeom>
          <a:solidFill>
            <a:srgbClr val="2C5F7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2743200" cy="384048"/>
          </a:xfrm>
          <a:prstGeom prst="rect">
            <a:avLst/>
          </a:prstGeom>
          <a:solidFill>
            <a:srgbClr val="2C5F7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011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743200" cy="384048"/>
          </a:xfrm>
          <a:prstGeom prst="rect">
            <a:avLst/>
          </a:prstGeom>
          <a:solidFill>
            <a:srgbClr val="2C5F7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011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2743200" cy="384048"/>
          </a:xfrm>
          <a:prstGeom prst="rect">
            <a:avLst/>
          </a:prstGeom>
          <a:solidFill>
            <a:srgbClr val="2C5F7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14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514600"/>
            <a:ext cx="2743200" cy="384048"/>
          </a:xfrm>
          <a:prstGeom prst="rect">
            <a:avLst/>
          </a:prstGeom>
          <a:solidFill>
            <a:srgbClr val="2C5F7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514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514600"/>
            <a:ext cx="2743200" cy="384048"/>
          </a:xfrm>
          <a:prstGeom prst="rect">
            <a:avLst/>
          </a:prstGeom>
          <a:solidFill>
            <a:srgbClr val="2C5F7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514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speechiness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2011680" cy="1554480"/>
          </a:xfrm>
          <a:prstGeom prst="rect">
            <a:avLst/>
          </a:prstGeom>
          <a:solidFill>
            <a:srgbClr val="1A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00400"/>
            <a:ext cx="20116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valence + high energy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3200400"/>
            <a:ext cx="2011680" cy="1554480"/>
          </a:xfrm>
          <a:prstGeom prst="rect">
            <a:avLst/>
          </a:prstGeom>
          <a:solidFill>
            <a:srgbClr val="1A2A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3200400"/>
            <a:ext cx="201168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2316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valence + low energy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200400"/>
            <a:ext cx="2011680" cy="1554480"/>
          </a:xfrm>
          <a:prstGeom prst="rect">
            <a:avLst/>
          </a:prstGeom>
          <a:solidFill>
            <a:srgbClr val="1A2A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200400"/>
            <a:ext cx="20116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+ high danceability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3200400"/>
            <a:ext cx="2011680" cy="1554480"/>
          </a:xfrm>
          <a:prstGeom prst="rect">
            <a:avLst/>
          </a:prstGeom>
          <a:solidFill>
            <a:srgbClr val="1A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3200400"/>
            <a:ext cx="20116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 + high acousticness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0F1923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http://127.0.0.1:8000/docs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1480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8138160" cy="475488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/analytics/genre-trends — Show top genres from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411480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1284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212848"/>
            <a:ext cx="8138160" cy="475488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128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/recommend/mood?mood=happy — Recommend happy songs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411480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7121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871216"/>
            <a:ext cx="8138160" cy="475488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8712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/recommend/similar/1 — Find similar songs using cosine similarity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411480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2958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529584"/>
            <a:ext cx="8138160" cy="475488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2958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 — Create a new user account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11480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879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8138160" cy="475488"/>
          </a:xfrm>
          <a:prstGeom prst="rect">
            <a:avLst/>
          </a:prstGeom>
          <a:solidFill>
            <a:srgbClr val="0F192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1879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— Authenticate and receive JWT token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16 Tests Passing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tests/test_api.py -v  →  16 passed, 7 warnings in 0.77s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206240" cy="1051560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54864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47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test_get_songs  ·  test_get_artists  ·  test_create_and_delete_artist  ·  test_create_and_delete_song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206240" cy="1051560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43200"/>
            <a:ext cx="54864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test_song_not_found (404)  ·  test_artist_not_found (404)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886200"/>
            <a:ext cx="4206240" cy="1051560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886200"/>
            <a:ext cx="54864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233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test_recommend_by_mood  ·  test_recommend_by_genre  ·  test_recommend_similar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600200"/>
            <a:ext cx="4206240" cy="1051560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00200"/>
            <a:ext cx="54864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947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test_genre_trends  ·  test_mood_distribution  ·  test_top_artists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43200"/>
            <a:ext cx="4206240" cy="1051560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743200"/>
            <a:ext cx="54864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090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test_register_user  ·  test_login_user  ·  test_root  ·  test_health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0F1923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github.com/sc22cz/music-recommendation-api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initial project structure and dependencies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47088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470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SQLAlchemy models for Song, Artist, User, Rating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185416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8541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CRUD endpoints for songs and artists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87752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523744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2374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Spotify dataset import script with 4404 songs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62072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620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recommendation engine with mood, genre and similarity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64408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200400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00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analytics endpoints for genre trends and mood distribution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38728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5387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JWT authentication with register and login endpoints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94106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877056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770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pytest test suite with 16 passing tests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79392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215384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1538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 add API documentation PDF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553712"/>
            <a:ext cx="8321040" cy="310896"/>
          </a:xfrm>
          <a:prstGeom prst="rect">
            <a:avLst/>
          </a:prstGeom>
          <a:solidFill>
            <a:srgbClr val="0F192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5537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 add technical report PDF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Declaration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Claude (Anthropic)  |  Target Band: 80–89 (Excellent)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8595360" cy="603504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72768"/>
            <a:ext cx="54864" cy="6035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Planning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overall project structure, layered architecture, and endpoint organisation before writing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67712"/>
            <a:ext cx="8595360" cy="603504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67712"/>
            <a:ext cx="54864" cy="6035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models, routers, schemas, recommendation service — all reviewed and tested by author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8595360" cy="603504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54864" cy="6035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module import failures, bcrypt version conflicts, virtual environment configuration issues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8595360" cy="603504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657600"/>
            <a:ext cx="54864" cy="6035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50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Spotify Tracks Dataset and generated bulk CSV import script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352544"/>
            <a:ext cx="8595360" cy="603504"/>
          </a:xfrm>
          <a:prstGeom prst="rect">
            <a:avLst/>
          </a:prstGeom>
          <a:solidFill>
            <a:srgbClr val="1A2A3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352544"/>
            <a:ext cx="54864" cy="6035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technical report framework; content reflects author's actual design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deployment (PythonAnywhere disk quota)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searches 500 songs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not fully implemented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6052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Railway or Render (free tier)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DB for scalable recommendations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SVD-based collaborative filtering (surprise library)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Web API integration for real-time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8595360" cy="1737360"/>
          </a:xfrm>
          <a:prstGeom prst="rect">
            <a:avLst/>
          </a:prstGeom>
          <a:solidFill>
            <a:srgbClr val="1A2A3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Music Recommendation API with CRUD, JWT auth, content-based recommendations, and analytics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4,404 real Spotify tracks imported, 16 automated tests passing, comprehensive documentation provided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GenAI usage throughout — architecture, code, debugging, and reporting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Recommendation API</dc:title>
  <dc:subject>PptxGenJS Presentation</dc:subject>
  <dc:creator>PptxGenJS</dc:creator>
  <cp:lastModifiedBy>PptxGenJS</cp:lastModifiedBy>
  <cp:revision>1</cp:revision>
  <dcterms:created xsi:type="dcterms:W3CDTF">2026-03-29T09:53:48Z</dcterms:created>
  <dcterms:modified xsi:type="dcterms:W3CDTF">2026-03-29T09:53:48Z</dcterms:modified>
</cp:coreProperties>
</file>